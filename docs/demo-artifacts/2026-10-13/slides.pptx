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73F4CF0-F48D-4B23-9340-87B14973F81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678F33-9FF9-4A2C-A255-E2689FFA2DC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FA03137-1C98-49A8-BF73-50664C351F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957C8A-3559-401A-8ED2-4D118DC3C889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58F39CC-610B-45F2-9D3D-7D1A7731FCC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2794C8-4385-471C-AC3A-3A021C896BE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F97D6E7-65BE-43BB-BDB7-7B59B11E80C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52FD10-3B24-4A5D-A049-71B672CB956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7DF9E71-EA7B-445C-BC78-E8A9E31080FF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9DD05C8-4FE3-42D5-A5CC-74B913C72D6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E2DD7AC-4F56-4CC0-9946-5C9DABA90269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2B00F2C-9CA9-453D-B6DE-6103E309D2B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DejaVu Sans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DejaVu Sans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DejaVu San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DejaVu Sans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DejaVu San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DejaVu Sans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DejaVu San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DejaVu Sans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DejaVu Serif"/>
              </a:defRPr>
            </a:lvl1pPr>
          </a:lstStyle>
          <a:p>
            <a:pPr indent="0" algn="r">
              <a:buNone/>
            </a:pPr>
            <a:fld id="{FB8444FB-EAD3-4F36-975E-0F449627B55A}" type="slidenum">
              <a:rPr b="0" lang="en-US" sz="1400" spc="-1" strike="noStrike">
                <a:solidFill>
                  <a:srgbClr val="000000"/>
                </a:solidFill>
                <a:latin typeface="DejaVu Serif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DejaVu 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itle"/>
          <p:cNvSpPr txBox="1"/>
          <p:nvPr/>
        </p:nvSpPr>
        <p:spPr>
          <a:xfrm>
            <a:off x="360000" y="288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DejaVu Sans"/>
              </a:rPr>
              <a:t>Oneiro: локальный форум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2"/>
          <p:cNvSpPr txBox="1"/>
          <p:nvPr/>
        </p:nvSpPr>
        <p:spPr>
          <a:xfrm>
            <a:off x="360000" y="36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DejaVu Sans"/>
              </a:rPr>
              <a:t>Что сделано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  <p:sp>
        <p:nvSpPr>
          <p:cNvPr id="43" name="Body"/>
          <p:cNvSpPr txBox="1"/>
          <p:nvPr/>
        </p:nvSpPr>
        <p:spPr>
          <a:xfrm>
            <a:off x="360000" y="144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DejaVu Sans"/>
              </a:rPr>
              <a:t>Документ, таблица и презентация собраны в контейнере</a:t>
            </a:r>
            <a:endParaRPr b="0" lang="en-US" sz="1800" spc="-1" strike="noStrike">
              <a:solidFill>
                <a:srgbClr val="000000"/>
              </a:solidFill>
              <a:latin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